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000" b="1">
                <a:solidFill>
                  <a:srgbClr val="84CC16"/>
                </a:solidFill>
                <a:latin typeface="Meiryo"/>
              </a:defRPr>
            </a:pPr>
            <a:r>
              <a:t>⚽ サッカー駐車場抽選アプリ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FFFFFF"/>
                </a:solidFill>
                <a:latin typeface="Meiryo"/>
              </a:defRPr>
            </a:pPr>
            <a:r>
              <a:t>完全版 ご利用マニュアル</a:t>
            </a:r>
            <a:br/>
            <a:r>
              <a:t>（利用者・管理者向け詳細ガイド）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アプリの開き方と画面の見方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アプリへのアクセス方法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LINE等で共有されたURLをタップして開きます。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※ブラウザの「ホーム画面に追加」機能で、アプリのように使えて便利です。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ホーム画面の見方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現在募集中の試合が一覧で表示されます。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各試合パネルには以下の情報が表示されます：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・「回答済み」：対象者のうち何人が回答したか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・「駐車場希望」：現在、駐車場を希望している人数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・「上限〇〇台」：その試合で利用できる駐車場の最大数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・「締切」：回答の締め切り日時（設定されている場合）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参加と駐車場の回答方法（乗合対応）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自分の名前を選択し、参加状況を選ぶ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リストから自分（お子様）の名前を選択し、「✅ 参加する」または「❌ 欠席」をタップします。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駐車場希望と「乗合可能人数」の入力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参加する場合は「🚗 希望する」または「🚶 不要です」をタップします。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【重要】「🚗 希望する」を選ぶと「他の人を乗合できますか？」が表示されます。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自分の子ども以外に何人同乗可能か（0人〜5人）を選んでください。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登録の完了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最後に一番下の「登録する」ボタンを押すと、回答が保存されます。</a:t>
            </a:r>
          </a:p>
          <a:p>
            <a:pPr>
              <a:defRPr sz="1200">
                <a:solidFill>
                  <a:srgbClr val="0070C0"/>
                </a:solidFill>
              </a:defRPr>
            </a:pPr>
            <a:r>
              <a:t>  【確定枠の方】「🚗 駐車場を希望しますか？」の質問はスキップされ、直接乗合人数の選択が表示されます。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even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回答の修正と締切のルールについて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自分の登録内容を確認・修正する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回答済みの試合を開き自分の名前を選ぶと、回答内容が枠で囲まれて表示されます。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修正したい場合は、枠内の「内容を修正する」ボタンをタップします。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再度、参加状況や駐車場希望を選び直し、「変更を保存」ボタンを押してください。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締切を過ぎた場合の制限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試合に「回答締切」が設定されている場合、残り時間が表示されます。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【重要】締切を過ぎると「締切後のため修正不可」と表示され、修正できなくなります。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※回答を忘れていた方（未回答の方）の新規登録のみ、締切後でも可能です。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抽選結果の確認方法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結果画面へのアクセス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管理者が抽選を完了すると、LINE等に結果のテキストが共有されます。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または、アプリの試合詳細画面にある「結果を見る」ボタンからも確認できます。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抽選結果の種類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「🔒 確定枠」：抽選なしで車出しが確定している方です。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「🎯 当選」：あみだくじの結果、駐車場を利用できる方です。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※名前の横の『(乗合+2)』は、「追加で2名乗せられる」という意味です。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「💧 落選（乗り合わせ等）」：駐車場が取れなかった方です。乗合可能な方に連絡をとって同乗させてもらってください。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管理者メニューと名簿の管理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管理者メニューの開き方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ホーム画面の一番下にある「⚙️ 管理者メニュー」ボタンをタップします。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「試合の管理」「名簿の管理」「回答一覧の確認」の3つのタブで操作します。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選手名簿の編集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「👦 名簿」タブを開き、「＋メンバーを追加」ボタンで新メンバーを登録します。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変更した後は、必ず一番下の「保存する」ボタンを押してください。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3年生（助っ人）の運用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名簿に3年生を追加し、学年のドロップダウンを「3年」に設定しておくだけでOKです。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試合の作成とLINEへの共有通知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試合の追加手順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「📅 試合」タブから「＋試合を追加する」を押し、タイトルや締切を入力します。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上限台数・対象学年・確定枠の設定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駐車場の最大数を設定し、助っ人を呼ぶ場合は参加対象の「3年」をONにします。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最初から車出しが決まっている人は、名簿から選んで「🔒確定」にして「保存」します。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【重要】試合作成をLINEで通知する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試合保存後、試合一覧の「📢 LINE共有」ボタンを押します。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『試合名・日時・締切・アプリURL』がセットになった見やすい案内文がコピーされます。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そのままLINEグループに貼り付けて送信してください！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edit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回答状況の確認と、未回答者への催促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誰が回答していないか確認する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ホーム画面から該当する試合をタップして詳細画面を開きます。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画面の一番下に「未回答 〇名」として、未回答者の名前が一覧表示されます。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※管理者メニューの「📋 回答」タブからも全員の回答状況を確認できます。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未回答者への催促（リマインド）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未回答者リストの右上にある「📢 催促テキスト」ボタンをタップします。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『試合名・日時・締切・未回答者名・URL』がセットの案内文がコピーされます。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LINEに貼り付けて送信するだけで、綺麗にフォーマットされた催促が完了します。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あみだくじ抽選の実行と結果の共有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抽選の実行手順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希望者が駐車枠を上回った場合、「⚙️ 管理者メニュー」から「🎰 抽選する」を押します。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あみだくじ画面で「✨ スタート！」を押し、結果を確定させます。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抽選結果のLINE共有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結果画面の一番下にある「📋 結果をLINEに共有する」ボタンをタップします。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当選者（乗合人数つき）、落選者、徒歩参加、欠席者が整理されたテキストがコピーされます。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LINEグループに貼り付けて、皆様にお知らせしてください。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※抽選のやり直しは、管理者メニューの「↺ リセット」ボタンで白紙に戻せます。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